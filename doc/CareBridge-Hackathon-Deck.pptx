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109960" cy="585216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pic>
        <p:nvPicPr>
          <p:cNvPr id="3" name="Image 0" descr="C:\Users\Jackson\Desktop\新建文件夹\public\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713232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822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CAREEBRIDGE / 医路桥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86384" y="1234440"/>
            <a:ext cx="5715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symptom chaos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into safer care decisions.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318211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Triage &amp; Visit Preparation Assistant for Underserved Patients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让患者在见到医生之前，就完成更清晰、更安全的就医准备。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12280" y="1024128"/>
            <a:ext cx="4069080" cy="2057400"/>
          </a:xfrm>
          <a:prstGeom prst="roundRect">
            <a:avLst>
              <a:gd name="adj" fmla="val 6222"/>
            </a:avLst>
          </a:prstGeom>
          <a:solidFill>
            <a:srgbClr val="D8F6FC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95744" y="1280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this submission credible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95744" y="1664208"/>
            <a:ext cx="3419856" cy="111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Red-flag aware triage decisions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questions only when missing context changes urgency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Doctor-facing summary that can be copied, downloaded, or printed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revisit flow for follow-up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59168" y="4206240"/>
            <a:ext cx="1591056" cy="310896"/>
          </a:xfrm>
          <a:prstGeom prst="roundRect">
            <a:avLst>
              <a:gd name="adj" fmla="val 35294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0" y="425196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accessibility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78240" y="4206240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51392" y="425196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99832" y="4590288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72984" y="46360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Hackathon-ready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医疗资源不均，不只是“看病难”，更是“就医前判断难”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biggest gap often happens before the patient reaches a doctor.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35478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8191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Patients do not know urgency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892808"/>
            <a:ext cx="321868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fever, chest discomfort, or worsening cough often starts with uncertainty, not action.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4315968" y="1417320"/>
            <a:ext cx="35478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417320"/>
            <a:ext cx="73152" cy="1325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58191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Symptoms are described poorly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8848" y="1892808"/>
            <a:ext cx="321868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and family members rarely arrive with structured, consultation-ready information.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7946136" y="1417320"/>
            <a:ext cx="35478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46136" y="1417320"/>
            <a:ext cx="73152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9016" y="158191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Doctors lose time on reconstruction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9016" y="1892808"/>
            <a:ext cx="321868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consultation time gets spent rebuilding context instead of making the best clinical decision.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713232" y="3017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care journey breaks before diagnosis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9808" y="3456432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6118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3575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Symptoms start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6112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if it is serious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3840480"/>
            <a:ext cx="182880" cy="237744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47288" y="3456432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36118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67912" y="3575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/ ask family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593592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Advice is fragmented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79592" y="3840480"/>
            <a:ext cx="182880" cy="237744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3456432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36118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65392" y="3575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where to go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291072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department or delay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77072" y="3840480"/>
            <a:ext cx="182880" cy="237744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42248" y="3456432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79408" y="361188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62872" y="3575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Arrive at clinic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988552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hears incomplete story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5047488"/>
            <a:ext cx="10881360" cy="987552"/>
          </a:xfrm>
          <a:prstGeom prst="roundRect">
            <a:avLst>
              <a:gd name="adj" fmla="val 11111"/>
            </a:avLst>
          </a:prstGeom>
          <a:solidFill>
            <a:srgbClr val="D8F6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534009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friction often begins with uncertainty, delay, and fragmented patient communication.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we serve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CareBridge helps the people around the first medical handoff.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73152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733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Patients in rural and county settings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48371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clearer answer to: should I go now, where should I go, and what should I say?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281928" y="150876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508760"/>
            <a:ext cx="73152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6733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Family caregivers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1984248"/>
            <a:ext cx="48371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way to record symptoms and support elderly or low-tech patients.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83280"/>
            <a:ext cx="73152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4787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/ community doctors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858768"/>
            <a:ext cx="48371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structured intake context before repeated basic questioning.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6281928" y="3383280"/>
            <a:ext cx="5166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3383280"/>
            <a:ext cx="73152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354787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Receiving clinicians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4808" y="3858768"/>
            <a:ext cx="48371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clean summary that helps them start closer to clinical decision-making.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Introducing CareBridge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replace doctors. We prepare patients better.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73152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27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Symptom intake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24140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start with natural language instead of medical jargon.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3639312" y="14630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146304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1627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Guided follow-up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22192" y="1938528"/>
            <a:ext cx="24140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asks only for missing signals that could change urgency.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547104" y="14630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14630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9984" y="1627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Risk stratification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9984" y="1938528"/>
            <a:ext cx="24140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action levels turn uncertain symptoms into clear next steps.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9454896" y="1463040"/>
            <a:ext cx="19933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54896" y="1463040"/>
            <a:ext cx="73152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37776" y="1627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Visit summary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37776" y="1938528"/>
            <a:ext cx="166420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doctor-ready summary supports faster handoff.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749808" y="3337560"/>
            <a:ext cx="10698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584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value proposition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85876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CareBridge helps patients enter the healthcare system earlier, safer, and better prepared.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583680" y="3730752"/>
            <a:ext cx="43434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ambiguous symptoms into a clear action recommendation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wrong-department visits and avoidable delay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the first doctor-patient handoff with structured context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narrow, realistic loop is easier to trust and easier to demo.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202996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12140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3544" y="2542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3544" y="2907792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symptoms and patient context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15768" y="2926080"/>
            <a:ext cx="210312" cy="365760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8745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02996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212140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63824" y="2542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Clarify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63824" y="2907792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follow-up questions for missing risk signals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56048" y="2926080"/>
            <a:ext cx="210312" cy="365760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18745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4104" y="202996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4104" y="212140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04104" y="2542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04104" y="2907792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level, suggested action, and suggested department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96328" y="2926080"/>
            <a:ext cx="210312" cy="365760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8745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4384" y="202996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212140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44384" y="2542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44384" y="2907792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Doctor-facing handoff summary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36608" y="2926080"/>
            <a:ext cx="210312" cy="365760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18745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84664" y="202996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84664" y="212140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84664" y="2542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84664" y="2907792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logs and revisit workflow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product: intake + caseboard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trust-first interface matters in healthcare.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pic>
        <p:nvPicPr>
          <p:cNvPr id="6" name="Image 0" descr="C:\Users\Jackson\Desktop\新建文件夹\doc\screen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795528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69680" y="1600200"/>
            <a:ext cx="257860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60020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52560" y="17647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presets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052560" y="2075688"/>
            <a:ext cx="224942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reliable demo cases for recording and judging.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8869680" y="2834640"/>
            <a:ext cx="257860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69680" y="2834640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0" y="29992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Caseboard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52560" y="3310128"/>
            <a:ext cx="224942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sessions persist locally so a patient can be revisited later.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8869680" y="4069080"/>
            <a:ext cx="257860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69680" y="406908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0" y="423367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Accessibility-first UI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52560" y="4544568"/>
            <a:ext cx="22494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High-contrast light palette, visible focus states, and large tap targets.</a:t>
            </a:r>
            <a:endParaRPr lang="en-US" sz="12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product: guidance, summary, and follow-up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does not stop at advice.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pic>
        <p:nvPicPr>
          <p:cNvPr id="6" name="Image 0" descr="C:\Users\Jackson\Desktop\新建文件夹\doc\screenshots\triage-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5504688" cy="5074920"/>
          </a:xfrm>
          <a:prstGeom prst="rect">
            <a:avLst/>
          </a:prstGeom>
        </p:spPr>
      </p:pic>
      <p:pic>
        <p:nvPicPr>
          <p:cNvPr id="7" name="Image 1" descr="C:\Users\Jackson\Desktop\新建文件夹\doc\screenshots\follow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353312"/>
            <a:ext cx="5166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safety boundaries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responsible healthcare product should be clear about what it does not 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481328"/>
            <a:ext cx="104698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481328"/>
            <a:ext cx="731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45920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final diagnosis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956816"/>
            <a:ext cx="101406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does not claim to identify a disease or replace clinical judgment.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841248" y="2359152"/>
            <a:ext cx="104698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359152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52374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doctor replacement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834640"/>
            <a:ext cx="101406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outputs are pre-visit guidance and structured communication support.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41248" y="3236976"/>
            <a:ext cx="104698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236976"/>
            <a:ext cx="731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401568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Conservative escalation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712464"/>
            <a:ext cx="101406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Red-flag symptoms push the product toward urgent in-person care.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41248" y="4114800"/>
            <a:ext cx="104698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4114800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279392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privacy by 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4590288"/>
            <a:ext cx="101406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stores session history locally and only saves the minimum needed context.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841248" y="4992624"/>
            <a:ext cx="104698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992624"/>
            <a:ext cx="731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157216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Rules + explanation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4128" y="5468112"/>
            <a:ext cx="101406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stratification is bounded by explicit logic instead of free-form chatbot output.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as a narrow, testable local MVP instead of a speculative platform.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536192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536192"/>
            <a:ext cx="73152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7007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2011680"/>
            <a:ext cx="29626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Vanilla HTML/CSS/JS delivers the intake flow, caseboard, export actions, and follow-up experience.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4443984" y="1536192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536192"/>
            <a:ext cx="73152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7007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011680"/>
            <a:ext cx="29626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+ Express handles triage assessment, follow-up recording, and session retrieval APIs.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119872" y="1536192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536192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7007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02752" y="2011680"/>
            <a:ext cx="296265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JSON storage keeps the MVP simple, inspectable, and hackathon-friendly.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1051560" y="3310128"/>
            <a:ext cx="10058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3566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34440" y="4041648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D8F6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41696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intake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587752" y="4233672"/>
            <a:ext cx="164592" cy="164592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43784" y="4041648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DDF8E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16936" y="41696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Missing-signal detection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197096" y="4233672"/>
            <a:ext cx="164592" cy="164592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53128" y="4041648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D8F6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1696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Red-flag rules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806440" y="4233672"/>
            <a:ext cx="164592" cy="164592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2472" y="4041648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DDF8E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41696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Risk/action output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415784" y="4233672"/>
            <a:ext cx="164592" cy="164592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71816" y="4041648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D8F6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44968" y="41696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 summary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9025128" y="4233672"/>
            <a:ext cx="164592" cy="164592"/>
          </a:xfrm>
          <a:prstGeom prst="chevron">
            <a:avLst/>
          </a:prstGeom>
          <a:solidFill>
            <a:srgbClr val="BEEAF4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81160" y="4041648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DDF8E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312" y="41696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persistence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and verified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hackathon project feels more credible when the core flow is testable.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81328"/>
            <a:ext cx="25603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81328"/>
            <a:ext cx="73152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automated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956816"/>
            <a:ext cx="2231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+ API tests pass across triage logic and session workflows.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3520440" y="1481328"/>
            <a:ext cx="25603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81328"/>
            <a:ext cx="73152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64592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E2E browser 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1956816"/>
            <a:ext cx="2231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validates the main patient journey end-to-end.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263640" y="1481328"/>
            <a:ext cx="256032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81328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4592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product screenshots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1956816"/>
            <a:ext cx="2231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 includes visual proof for README, PPT, and submission assets.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9006840" y="1481328"/>
            <a:ext cx="22677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1481328"/>
            <a:ext cx="73152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6459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GitHub-ready repo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1956816"/>
            <a:ext cx="19385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docs, assets, scripts, and tests are packaged for submission.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804672" y="3273552"/>
            <a:ext cx="4800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52044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judges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87552" y="3813048"/>
            <a:ext cx="42519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working local product, not only a concept.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flow is coherent enough to demo in under five minutes.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thought about safety and responsibility, not only features.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44768" y="3273552"/>
            <a:ext cx="4828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520440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package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3813048"/>
            <a:ext cx="4251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 with source code and tests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design doc and pitch outline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Screenshots, video script, and submission checklist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0" y="5669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contribution is social, operational, and communication-oriented.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2700">
            <a:solidFill>
              <a:srgbClr val="BE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554480"/>
            <a:ext cx="352044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554480"/>
            <a:ext cx="73152" cy="18470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71907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patients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2029968"/>
            <a:ext cx="319125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get a clearer answer to whether care is urgent, where to go, and what to tell a doctor.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4498848" y="1554480"/>
            <a:ext cx="352044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554480"/>
            <a:ext cx="73152" cy="18470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71907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families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1728" y="2029968"/>
            <a:ext cx="319125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record context for elderly or overwhelmed patients and track what changed later.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017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554480"/>
            <a:ext cx="73152" cy="1847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71907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clinicians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029968"/>
            <a:ext cx="268833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receive a more structured first handoff instead of fragmented storytelling.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786384" y="3822192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D8F6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1879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CareBridge improves the entry point into healthcare. That makes it practical for a hackathon and meaningful in the real world.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11018520" cy="585216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BEEA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8412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CareBridge / 医路桥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132588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Helping patients reach care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64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earlier, safer, and better prepared.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7824" y="2926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diagnosis engine.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85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first step into the healthcare system.</a:t>
            </a:r>
            <a:endParaRPr lang="en-US" sz="1600" dirty="0"/>
          </a:p>
        </p:txBody>
      </p:sp>
      <p:pic>
        <p:nvPicPr>
          <p:cNvPr id="6" name="Image 0" descr="C:\Users\Jackson\Desktop\新建文件夹\public\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1417320"/>
            <a:ext cx="2240280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14032" y="449884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87184" y="454456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accessibility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97696" y="4498848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70848" y="454456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4919472"/>
            <a:ext cx="2267712" cy="310896"/>
          </a:xfrm>
          <a:prstGeom prst="roundRect">
            <a:avLst>
              <a:gd name="adj" fmla="val 35294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08392" y="496519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Hackathon-ready MVP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CareBridge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CareBridge / 医路桥</dc:title>
  <dc:subject>Hackathon pitch deck</dc:subject>
  <dc:creator>OpenAI Codex</dc:creator>
  <cp:lastModifiedBy>OpenAI Codex</cp:lastModifiedBy>
  <cp:revision>1</cp:revision>
  <dcterms:created xsi:type="dcterms:W3CDTF">2026-04-30T12:06:10Z</dcterms:created>
  <dcterms:modified xsi:type="dcterms:W3CDTF">2026-04-30T12:06:10Z</dcterms:modified>
</cp:coreProperties>
</file>